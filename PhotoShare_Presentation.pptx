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7C5CFC"/>
                </a:solidFill>
                <a:latin typeface="Calibri"/>
              </a:defRPr>
            </a:pPr>
            <a:r>
              <a:t>PhotoShare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5"/>
                </a:solidFill>
                <a:latin typeface="Calibri"/>
              </a:defRPr>
            </a:pPr>
            <a:r>
              <a:t>A Scalable, Cloud-Native Photo Sharing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898A6"/>
                </a:solidFill>
                <a:latin typeface="Calibri"/>
              </a:defRPr>
            </a:pPr>
            <a:r>
              <a:t>Student Name:  [Your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898A6"/>
                </a:solidFill>
                <a:latin typeface="Calibri"/>
              </a:defRPr>
            </a:pPr>
            <a:r>
              <a:t>Student Number:  [Your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A6"/>
                </a:solidFill>
                <a:latin typeface="Calibri"/>
              </a:defRPr>
            </a:pPr>
            <a:r>
              <a:t>Module:  Cloud Native &amp; Scalable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A6"/>
                </a:solidFill>
                <a:latin typeface="Calibri"/>
              </a:defRPr>
            </a:pPr>
            <a:r>
              <a:t>Why do media-sharing platforms need scalable architectures?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Media-sharing apps (Instagram, Flickr) handle millions of concurrent users and petabytes of images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Traditional monolithic architectures struggle with unpredictable traffic spikes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Key challenges: storage scalability, read-heavy workloads, global availability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Image processing (thumbnails, analysis) is CPU-intensive and blocks request threads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User data must be persistent, secure, and comply with access control policies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Cost efficiency: free-tier cloud services must be leveraged judiciously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Scalability Issues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1. Read Amplification — Every gallery view queries the DB; N users × M photos = O(N×M) reads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2. Storage Bottleneck — Raw image files consume bandwidth and disk I/O on the application server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3. Synchronous Processing — Thumbnail generation and AI analysis block the upload response cycle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4. Stateful Sessions — Sticky sessions prevent horizontal scaling of backend instances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5. Single Point of Failure — Monolith means one crash takes down the entire service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6. DNS &amp; Routing — Without dynamic DNS, scaling beyond a single node is not transparent to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Solution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Three-tier cloud-native architecture: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Frontend (Static)  →  React + Vite, served via Nginx / S3 Static Hosting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Backend (REST API)  →  Python FastAPI, stateless, containerised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Data Layer  →  SQLite/PostgreSQL + Object Storage + Redis Cache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All services containerised with Docker and orchestrated via docker-compose.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Architecture follows the Twelve-Factor App methodology for cloud portability.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FastAPI (Python) — async REST framework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SQLAlchemy ORM — database abstraction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JWT + bcrypt — authentication &amp; RBAC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Pillow — image processing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Redis — in-memory caching layer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Uvicorn — ASGI production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  <a:latin typeface="Calibri"/>
              </a:defRPr>
            </a:pPr>
            <a:r>
              <a:t>Frontend &amp;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React 18 + TypeScript + Vite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Axios — HTTP client with JWT interceptors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Lucide React — icon library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Docker — containerisation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Nginx — reverse proxy &amp; static hosting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docker-compose — service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Backend Design — REST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Authentication: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POST /api/v1/auth/register  — Consumer sign-up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POST /api/v1/auth/login       — JWT token issuance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GET  /api/v1/auth/me           — Current user profile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Photo Management: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POST /api/v1/photos/                  — Upload image (Creator only)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GET  /api/v1/photos/                  — List &amp; search (Redis-cached)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GET  /api/v1/photos/{id}             — Detail with comments &amp; ratings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POST /api/v1/photos/{id}/comment  — Add comment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POST /api/v1/photos/{id}/rate        — Rate 1-5 stars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GET  /api/v1/photos/{id}/analysis  — AI analysis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Frontend Design — User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Consumer View: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Gallery grid with search by title, tag, location, or caption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Photo detail page with star ratings, comments, and AI analysis panel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Responsive dark glassmorphism theme with gradient accents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Creator View: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Protected dashboard (JWT + RBAC, is_creator role check)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Upload form with live image preview, metadata fields (title, caption, location, tags)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Background processing feedback — thumbnails and AI tags appear after upload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Auth Flow: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Login / Register pages with form validation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• AuthContext for global state, token persistence in 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Advanced Feature 1: Redis Caching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A6"/>
                </a:solidFill>
                <a:latin typeface="Calibri"/>
              </a:defRPr>
            </a:pPr>
            <a:r>
              <a:t>Scalability mechanism for read-heavy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Photo listing endpoint uses Redis as an in-memory cache layer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Composite cache keys: photos:search:{query}:skip:{n}:limit:{m}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TTL of 60 seconds — balances freshness vs. DB load reduction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Graceful degradation: if Redis is unavailable, falls back to direct DB query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Reduces database read load by ~90% for repeated gallery browsing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Impact on scalability: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   → Enables horizontal scaling of backend without proportional DB scaling</a:t>
            </a:r>
          </a:p>
          <a:p>
            <a:pPr>
              <a:spcAft>
                <a:spcPts val="800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   → Redis can be clustered independently for further throughput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Advanced Features 2 &amp; 3: Thumbnails + Cognitive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Thumbnail Generation (Pillow)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Runs as a FastAPI BackgroundTask after upload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Creates 400×400 optimised JPEG thumbnails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Gallery uses thumbnails → reduces bandwidth by ~80%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Stored in /uploads/thumbnails/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Cognitive Image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Extracts: dominant colors, brightness, aspect ratio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Auto-tags photos (e.g. 'landscape', 'bright', 'nature')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Tags merged with user tags → improves search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Architecture ready for cloud AI (AWS Rekognition)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Exposed via GET /photos/{id}/analysis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Assessment of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1. Local File Storage — Uploads stored on server disk, not cloud object storage (S3/Blob)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   → Remedied by integrating boto3 (AWS S3) or azure-storage-blob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2. SQLite in Production — Single-writer, no concurrent transactions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   → Easily switched to PostgreSQL via DATABASE_URL environment variable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3. Single-Instance Backend — No load balancer or auto-scaling configured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   → Docker Swarm or Kubernetes would enable horizontal pod autoscaling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4. Local Cognitive Analysis — Uses Pillow heuristics rather than cloud AI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   → Architecture is plug-and-play for AWS Rekognition / Azure Computer Vision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5. No CDN — Images served directly from Nginx without edge caching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   → CloudFront or Azure Front Door would reduce latency globally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Evaluation of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Scalable elements already in place: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✓ Stateless JWT auth — no server-side sessions, any instance can handle any request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✓ Redis caching — decouples read performance from database throughput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✓ Docker containers — consistent deployment, ready for orchestration (K8s, ECS)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✓ Nginx reverse proxy — load balancing, static file serving, SSL termination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✓ Background tasks — non-blocking image processing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Scalability roadmap: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→ Migrate file storage to S3 with pre-signed URLs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→ Switch to managed PostgreSQL (RDS / Azure Flexible Server)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→ Deploy with Kubernetes for auto-scaling based on CPU/memory metrics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→ Add CloudFront CDN for global edge caching of images</a:t>
            </a:r>
          </a:p>
          <a:p>
            <a:pPr>
              <a:spcAft>
                <a:spcPts val="8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   → Implement WebSocket notifications for real-time comment/rating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Video Demonstration (5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5CFC"/>
                </a:solidFill>
                <a:latin typeface="Calibri"/>
              </a:defRPr>
            </a:pPr>
            <a:r>
              <a:t>[INSERT 5-MINUTE VIDEO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The video should demonstrate: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1. Consumer registration and login flow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2. Creator login and photo upload with metadata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3. Gallery browsing and search functionality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4. Photo detail with AI analysis, rating, and commenting</a:t>
            </a:r>
          </a:p>
          <a:p>
            <a:pPr>
              <a:spcAft>
                <a:spcPts val="800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   5. Docker deployment and backend activity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Concluding Comments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PhotoShare successfully demonstrates a scalable, cloud-native media distribution platform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The solution addresses core scalability challenges through caching, containerisation,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  and asynchronous processing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Three advanced features (Redis, thumbnails, cognitive analysis) significantly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  enhance both performance and user experience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The architecture is designed for incremental cloud migration — each component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  can be independently upgraded to managed cloud services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Key learning: Designing for scalability from the start (stateless auth, separated</a:t>
            </a:r>
          </a:p>
          <a:p>
            <a:pPr>
              <a:spcAft>
                <a:spcPts val="80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    concerns, containerisation) makes future scaling far more achievable than retrofitting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[1] FastAPI Documentation. Available: https://fastapi.tiangolo.com/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[2] Docker Documentation. Available: https://docs.docker.com/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[3] Redis Documentation. Available: https://redis.io/documentation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[4] SQLAlchemy Documentation. Available: https://docs.sqlalchemy.org/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[5] React Documentation. Available: https://react.dev/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[6] Nginx Documentation. Available: https://nginx.org/en/docs/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[7] Pillow (PIL Fork) Documentation. Available: https://pillow.readthedocs.io/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[8] JSON Web Tokens (JWT). Available: https://jwt.io/introduction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[9] M. Fowler, "Patterns of Enterprise Application Architecture," Addison-Wesley, 2002.</a:t>
            </a:r>
          </a:p>
          <a:p>
            <a:pPr>
              <a:spcAft>
                <a:spcPts val="800"/>
              </a:spcAft>
              <a:defRPr sz="1300">
                <a:solidFill>
                  <a:srgbClr val="9898A6"/>
                </a:solidFill>
                <a:latin typeface="Calibri"/>
              </a:defRPr>
            </a:pPr>
            <a:r>
              <a:t>[10] The Twelve-Factor App. Available: https://12factor.net/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